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931920"/>
            <a:ext cx="2926080" cy="2926080"/>
          </a:xfrm>
          <a:prstGeom prst="rect">
            <a:avLst/>
          </a:prstGeom>
          <a:solidFill>
            <a:srgbClr val="06C755">
              <a:alpha val="15000"/>
            </a:srgbClr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5029200"/>
            <a:ext cx="1828800" cy="1828800"/>
          </a:xfrm>
          <a:prstGeom prst="rect">
            <a:avLst/>
          </a:prstGeom>
          <a:solidFill>
            <a:srgbClr val="06C755">
              <a:alpha val="30000"/>
            </a:srgbClr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6035040"/>
            <a:ext cx="822960" cy="8229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22960"/>
            <a:ext cx="457200" cy="7315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058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Developer</a:t>
            </a:r>
            <a:endParaRPr lang="en-US" sz="6600" dirty="0"/>
          </a:p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Tools Builder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แพลตฟอร์มครบวงจรสำหรับนักพัฒนา LINE Bot สร้าง จัดการ และ deploy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Rich Messaging Applications ได้ง่าย ไม่ต้องเขียนโค้ดตั้งแต่ศูนย์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devtoolsbuilder.cloudea.tech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 —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Developer Tools Builder คืออะไร?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แพลตฟอร์ม</a:t>
            </a:r>
            <a:pPr indent="0" marL="0">
              <a:buNone/>
            </a:pPr>
            <a:r>
              <a:rPr lang="en-US" sz="26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ครบวงจร </a:t>
            </a:r>
            <a:pPr indent="0" marL="0">
              <a:buNone/>
            </a:pPr>
            <a:r>
              <a:rPr lang="en-US" sz="26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สำหรับนักพัฒนา</a:t>
            </a:r>
            <a:pPr indent="0" marL="0">
              <a:buNone/>
            </a:pPr>
            <a:r>
              <a:rPr lang="en-US" sz="26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LINE Bot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รวมเครื่องมือสำคัญไว้ในที่เดียว — Rich Menu, Flex Message, จัดการสมาชิก, E-commerce, Loyalty Program — ช่วย deploy Rich Messaging Applications โดยไม่ต้องเขียนโค้ดทั้งหมดตั้งแต่ศูนย์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0" y="1874520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0" y="1874520"/>
            <a:ext cx="73152" cy="114300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98424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235440" y="19842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Core Features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ครอบคลุมทุกมุม LINE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3200400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0" y="3200400"/>
            <a:ext cx="73152" cy="114300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31012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235440" y="33101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Marketplace Apps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Shop / Loyalty / Booking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4526280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0" y="4526280"/>
            <a:ext cx="73152" cy="114300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463600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235440" y="463600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ภาษา — ไทย / English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สลับได้ทันที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37960"/>
            <a:ext cx="164592" cy="3200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Developer Tools Builder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 — CAPABILITIES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Core Features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ทั้งหมดในแพลตฟอร์มเดียว — จัดกลุ่มตามการใช้งาน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2024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Rich Menu Builder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Drag-and-drop 2D editor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7570" y="192024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7570" y="192024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4730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5473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Flex Message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4730" y="278892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JSON + Live Preview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49340" y="192024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9340" y="192024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6500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8650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Imagemap Builder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6500" y="278892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Clickable area mapping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881110" y="192024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81110" y="192024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18270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1827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Send Message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18270" y="278892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Push / Multicast / Narrowcast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302895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02895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16611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44043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Member Mgmt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389763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Profile / Tag / Segment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17570" y="302895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7570" y="302895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54730" y="316611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54730" y="344043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Chat Mode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54730" y="389763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Real-time live chat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49340" y="302895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49340" y="302895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6500" y="316611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86500" y="344043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Webhook Auto-Reply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86500" y="389763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Keyword workflow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881110" y="302895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81110" y="302895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18270" y="316611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018270" y="344043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Bot Templates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018270" y="389763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11+ one-click templates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5800" y="413766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" y="413766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42748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" y="454914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 Polling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22960" y="500634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Real-time vote via LIFF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17570" y="413766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17570" y="413766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54730" y="42748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554730" y="454914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Quiz Game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554730" y="500634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Kahoot-style quiz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49340" y="413766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49340" y="413766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86500" y="42748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86500" y="454914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Marketplace Apps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286500" y="500634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Shop / Loyalty / Booking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881110" y="413766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81110" y="413766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18270" y="42748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018270" y="454914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Utility Tools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018270" y="500634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QR / Resize / Shortlink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5800" y="524637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5800" y="524637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2960" y="538353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22960" y="565785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Webhook Proxy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822960" y="611505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Event forwarding &amp; logs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417570" y="524637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17570" y="524637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554730" y="538353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554730" y="565785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Cronjob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3554730" y="611505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Scheduled tasks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149340" y="524637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49340" y="524637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86500" y="538353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286500" y="565785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Integration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6286500" y="611505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Gemini OCR &amp; content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881110" y="5246370"/>
            <a:ext cx="2594610" cy="97155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81110" y="5246370"/>
            <a:ext cx="259461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018270" y="538353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9018270" y="565785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Coupon Manager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9018270" y="6115050"/>
            <a:ext cx="23202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Coupon API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0" y="6537960"/>
            <a:ext cx="164592" cy="3200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004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Developer Tools Builder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 — BUILDERS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Visual Builders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ออกแบบข้อความ Rich Content ด้วย editor แทนการเขียนโค้ด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36576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011680"/>
            <a:ext cx="3657600" cy="10058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4505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Rich Menu Builder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20040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Drag-and-drop 2D Canvas + Area Mapping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Real-time Preview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Template Gallery &amp; Design Library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Rich Menu Alias / Per-user Assignment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Bulk Link / Unlink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Scheduled switch default rich menu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36576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011680"/>
            <a:ext cx="3657600" cy="10058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4505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Flex Message Generator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JSON Editor + Live Preview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Template สำเร็จรูป 20+ แบบ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Component Library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Save &amp; reuse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Flex Showcase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2011680"/>
            <a:ext cx="36576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2011680"/>
            <a:ext cx="3657600" cy="10058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24505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Imagemap Builder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732520" y="320040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Clickable area บน image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Action Routing per area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 versioning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Interactive design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537960"/>
            <a:ext cx="164592" cy="3200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Developer Tools Builder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 — MESSAGING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ส่งข้อความ &amp; ตอบกลับอัตโนมัติ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ครบทุกโหมดของ LINE Messaging 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56692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57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Send Message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รองรับทุกรูปแบบของ Messaging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880360"/>
            <a:ext cx="5303520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880360"/>
            <a:ext cx="73152" cy="41148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80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ส่งถึงผู้ใช้รายบุคคล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383280"/>
            <a:ext cx="5303520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383280"/>
            <a:ext cx="73152" cy="41148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383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Multicast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3383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ส่งถึงผู้ใช้หลายคนพร้อมกัน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3886200"/>
            <a:ext cx="5303520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886200"/>
            <a:ext cx="73152" cy="41148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Broadcast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ส่งถึงผู้ติดตามทั้งหมด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4389120"/>
            <a:ext cx="5303520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389120"/>
            <a:ext cx="73152" cy="41148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89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Narrowcast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4389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ส่งถึงกลุ่มเป้าหมาย (Audience)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5074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Preview, Quick Reply, Scheduled, Message History, Delivery Analytics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37960" y="1920240"/>
            <a:ext cx="4937760" cy="438912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Webhook Auto-Responses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7208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ตอบกลับอัตโนมัติด้วย keyword + workflow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2971800"/>
            <a:ext cx="274320" cy="27432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Flexible Workflow Builder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ออกแบบการตอบกลับหลายเงื่อนไข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3749040"/>
            <a:ext cx="274320" cy="27432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703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Response Templates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4050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บันทึกคำตอบสำเร็จรูป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20840" y="4526280"/>
            <a:ext cx="274320" cy="27432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4480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Trigger Audience Tracking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32320" y="48280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ดูว่า user คนไหนถูก trigger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20840" y="5303520"/>
            <a:ext cx="274320" cy="27432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5303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0" y="5257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Grouping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32320" y="5605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จัดหมวดหมู่เพื่อใช้ซ้ำ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537960"/>
            <a:ext cx="164592" cy="3200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Developer Tools Builder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 — ENGAGEMENT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Member, Audience &amp; Chat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จัดการผู้ติดตาม และโต้ตอบแบบ real-time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36576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40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Member Management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3794760"/>
            <a:ext cx="365760" cy="36576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0233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รายชื่อผู้ติดตาม + Profile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Tagging &amp; Segmentation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Import จาก CSV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เชื่อมเบอร์โทร / Sync Profile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36576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240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4632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Audience Groups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3794760"/>
            <a:ext cx="365760" cy="36576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40233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/ จัดการกลุ่มเป้าหมาย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Click-based Audience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Impression-based Audience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Import จากไฟล์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2011680"/>
            <a:ext cx="36576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32520" y="2240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73252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Chat Mode (Live)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32520" y="3794760"/>
            <a:ext cx="365760" cy="36576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40233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 threading แชทสด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Profile + Notes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Quick Actions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Response Templates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537960"/>
            <a:ext cx="164592" cy="3200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Developer Tools Builder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 — READY TO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Bot Templates &amp; Interactive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11+ Bot Templates พร้อมใช้ + Live Poll / Quiz Game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Bot Templates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204216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23160"/>
            <a:ext cx="54864" cy="6629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23160"/>
            <a:ext cx="1813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Welcome Bot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65120" y="2423160"/>
            <a:ext cx="204216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65120" y="2423160"/>
            <a:ext cx="54864" cy="6629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8000" y="2423160"/>
            <a:ext cx="1813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FAQ Bot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44440" y="2423160"/>
            <a:ext cx="204216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4440" y="2423160"/>
            <a:ext cx="54864" cy="6629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7320" y="2423160"/>
            <a:ext cx="1813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Survey Bot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177540"/>
            <a:ext cx="204216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177540"/>
            <a:ext cx="54864" cy="6629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177540"/>
            <a:ext cx="1813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Quiz Bot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65120" y="3177540"/>
            <a:ext cx="204216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65120" y="3177540"/>
            <a:ext cx="54864" cy="6629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48000" y="3177540"/>
            <a:ext cx="1813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Loyalty Program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44440" y="3177540"/>
            <a:ext cx="204216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4440" y="3177540"/>
            <a:ext cx="54864" cy="6629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7320" y="3177540"/>
            <a:ext cx="1813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Event Promotion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931920"/>
            <a:ext cx="204216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931920"/>
            <a:ext cx="54864" cy="6629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931920"/>
            <a:ext cx="1813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Lead Generation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65120" y="3931920"/>
            <a:ext cx="204216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65120" y="3931920"/>
            <a:ext cx="54864" cy="6629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48000" y="3931920"/>
            <a:ext cx="1813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Customer Support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44440" y="3931920"/>
            <a:ext cx="204216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44440" y="3931920"/>
            <a:ext cx="54864" cy="6629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27320" y="3931920"/>
            <a:ext cx="1813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Appointment Booking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4686300"/>
            <a:ext cx="204216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4686300"/>
            <a:ext cx="54864" cy="6629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686300"/>
            <a:ext cx="1813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Feedback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865120" y="4686300"/>
            <a:ext cx="204216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65120" y="4686300"/>
            <a:ext cx="54864" cy="6629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48000" y="4686300"/>
            <a:ext cx="1813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Newsletter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44440" y="4686300"/>
            <a:ext cx="204216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44440" y="4686300"/>
            <a:ext cx="54864" cy="6629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27320" y="4686300"/>
            <a:ext cx="18135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Poll Bot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" y="5486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One-click create · Wizard · AI-assisted generation · Preview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98080" y="1965960"/>
            <a:ext cx="3977640" cy="205740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1965960"/>
            <a:ext cx="3977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0" y="21488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 Polling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772400" y="2560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โหวตสด real-time ผ่าน LIFF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818120" y="29260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Multiple Choice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Voter Interface + Presenter Mode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 results + Export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98080" y="4160520"/>
            <a:ext cx="3977640" cy="205740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98080" y="4160520"/>
            <a:ext cx="39776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43434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Quiz Game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772400" y="4754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Kahoot-style interactive quiz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818120" y="51206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Multiple Choice / True-False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Timer + Leaderboard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+ Player page (LIFF)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6537960"/>
            <a:ext cx="164592" cy="3200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Developer Tools Builder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 — MARKETPLACE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Marketplace Apps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Extension Apps ที่ต่อเชื่อมกับ LINE OA ได้ทันที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3657600" cy="411480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11680"/>
            <a:ext cx="3657600" cy="12801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Shop App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DF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ระบบร้านค้าและ POS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 of Sale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จัดการสินค้า + สต็อก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 Management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KDS สำหรับร้านอาหาร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รายงานยอดขาย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ใบเสร็จ + QR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3657600" cy="411480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011680"/>
            <a:ext cx="3657600" cy="12801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Loyalty Program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DF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ระบบสะสมแต้ม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กำหนดกฎสะสมแต้ม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Reward + Voucher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Tier สมาชิก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สถิติ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2011680"/>
            <a:ext cx="3657600" cy="411480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2011680"/>
            <a:ext cx="3657600" cy="12801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Booking App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325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DF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ระบบจอง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78240" y="352044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 Time Slot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ปฏิทินการจอง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แจ้งเตือนนัดหมาย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 / ยกเลิก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537960"/>
            <a:ext cx="164592" cy="3200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Developer Tools Builder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 —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Utility, AI, Security &amp; Packages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เครื่องมือเสริม + สถาปัตยกรรม Multi-Tenancy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68580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Utility 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468880"/>
            <a:ext cx="1554480" cy="70866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68880"/>
            <a:ext cx="15544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 Upload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2468880"/>
            <a:ext cx="1554480" cy="70866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468880"/>
            <a:ext cx="15544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 Resize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2468880"/>
            <a:ext cx="1554480" cy="70866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468880"/>
            <a:ext cx="15544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QR Generator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2468880"/>
            <a:ext cx="1554480" cy="70866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468880"/>
            <a:ext cx="15544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PromptPay QR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3268980"/>
            <a:ext cx="1554480" cy="70866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68980"/>
            <a:ext cx="15544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URL Scheme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3268980"/>
            <a:ext cx="1554480" cy="70866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3268980"/>
            <a:ext cx="15544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Short Links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3268980"/>
            <a:ext cx="1554480" cy="70866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3268980"/>
            <a:ext cx="15544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Beacon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26680" y="1965960"/>
            <a:ext cx="3749040" cy="210312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1965960"/>
            <a:ext cx="374904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55280" y="25146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Gemini OCR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Flex Message Generation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Content Generation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BD5E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Coupon Manager (LINE Coupon API)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16052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Webhook &amp; Cron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466344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Webhook Proxy &amp; Event Log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Event History + สถิติ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Cron Scheduler (รองรับ expression)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 + Dry-run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26280" y="4160520"/>
            <a:ext cx="30175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9160" y="466344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Firebase Auth + LIFF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Role-based Access (Owner / Admin / Member)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Encrypted Channel Credentials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Webhook Validation + Audit Log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26680" y="4160520"/>
            <a:ext cx="3749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90956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Multi-Tenancy &amp; Packages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09560" y="4709160"/>
            <a:ext cx="342900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09560" y="4709160"/>
            <a:ext cx="73152" cy="384048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65008" y="4709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Free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98280" y="4709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เริ่มใช้งานฟรี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09560" y="5184648"/>
            <a:ext cx="342900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09560" y="5184648"/>
            <a:ext cx="73152" cy="384048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65008" y="51846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98280" y="51846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ปลดล็อกฟีเจอร์เพิ่ม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09560" y="5660136"/>
            <a:ext cx="342900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09560" y="5660136"/>
            <a:ext cx="73152" cy="384048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65008" y="56601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98280" y="56601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เต็มรูปแบบสำหรับธุรกิจ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537960"/>
            <a:ext cx="164592" cy="32004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Developer Tools Builder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06424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6C7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ใช้แพลตฟอร์มเดียว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ครอบคลุม LINE OA ทั้งระบบ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3273552"/>
            <a:ext cx="320040" cy="3200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3200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สร้างและจัดการ LINE Bot ได้ง่ายและรวดเร็ว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3273552"/>
            <a:ext cx="320040" cy="3200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03720" y="3200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Visual Editor แทนการเขียนโค้ดทั้งหมด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913632"/>
            <a:ext cx="320040" cy="3200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913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8404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ขยายความสามารถด้วย Marketplace Apps (Shop / Loyalty / Booking)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3913632"/>
            <a:ext cx="320040" cy="3200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913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03720" y="38404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สร้างประสบการณ์ Interactive ด้วย Quiz / Poll / Chat Mode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553712"/>
            <a:ext cx="320040" cy="3200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553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4805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จัดการสมาชิกและ Audience อย่างเป็นระบบ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6520" y="4553712"/>
            <a:ext cx="320040" cy="3200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553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44805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Automate งานซ้ำ ๆ ด้วย Webhook Auto-response + Cronjob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5760720"/>
            <a:ext cx="5486400" cy="64008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760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เริ่มต้นใช้งาน →  devtoolsbuilder.cloudea.tech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 Developer Tools Builder - Overview</dc:title>
  <dc:subject>PptxGenJS Presentation</dc:subject>
  <dc:creator>LINE Developer Tools Builder</dc:creator>
  <cp:lastModifiedBy>LINE Developer Tools Builder</cp:lastModifiedBy>
  <cp:revision>1</cp:revision>
  <dcterms:created xsi:type="dcterms:W3CDTF">2026-04-16T09:23:17Z</dcterms:created>
  <dcterms:modified xsi:type="dcterms:W3CDTF">2026-04-16T09:23:17Z</dcterms:modified>
</cp:coreProperties>
</file>